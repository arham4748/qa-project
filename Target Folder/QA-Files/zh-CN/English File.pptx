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0080625" cy="7559675"/>
  <p:notesSz cx="7559675" cy="10691813"/>
  <p:defaultTextStyle>
    <a:defPPr>
      <a:defRPr lang="en-GB"/>
    </a:defPPr>
    <a:lvl1pPr algn="l" defTabSz="457200" rtl="0" fontAlgn="base" hangingPunct="0">
      <a:lnSpc>
        <a:spcPct val="9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1pPr>
    <a:lvl2pPr marL="742950" indent="-285750" algn="l" defTabSz="457200" rtl="0" fontAlgn="base" hangingPunct="0">
      <a:lnSpc>
        <a:spcPct val="9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2pPr>
    <a:lvl3pPr marL="1143000" indent="-228600" algn="l" defTabSz="457200" rtl="0" fontAlgn="base" hangingPunct="0">
      <a:lnSpc>
        <a:spcPct val="9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3pPr>
    <a:lvl4pPr marL="1600200" indent="-228600" algn="l" defTabSz="457200" rtl="0" fontAlgn="base" hangingPunct="0">
      <a:lnSpc>
        <a:spcPct val="9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4pPr>
    <a:lvl5pPr marL="2057400" indent="-228600" algn="l" defTabSz="457200" rtl="0" fontAlgn="base" hangingPunct="0">
      <a:lnSpc>
        <a:spcPct val="94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Droid Sans Fallback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498" y="7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AE19819B-54D5-23F0-EECD-26A59A373D5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84313" y="900113"/>
            <a:ext cx="4587875" cy="344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AC2D21E6-22F5-FCFA-B078-0E6AEE66CF6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20725" y="4679950"/>
            <a:ext cx="6118225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84CD048-B21C-60FF-105D-87B32FD281CE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0E48816-4CFF-3BF2-E750-0F2A8408EF8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990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029DB1B-B774-68CB-29A8-E0CD2FA37AB1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D37D822F-3E82-D520-D2E7-995384E76E6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990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7298DA54-2983-4583-A670-06EA997400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B5119299-369A-35D1-B90F-E6B23AA859A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EDFA6AB-C1EE-474A-9CCC-EE009F5DCB85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8193" name="Rectangle 1">
            <a:extLst>
              <a:ext uri="{FF2B5EF4-FFF2-40B4-BE49-F238E27FC236}">
                <a16:creationId xmlns:a16="http://schemas.microsoft.com/office/drawing/2014/main" id="{6A2D70D5-518B-73D3-3FC6-71DA5CAEA70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484313" y="900113"/>
            <a:ext cx="4589462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D5A2B718-04AA-F999-51C5-1DCDC058A4E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20725" y="4679950"/>
            <a:ext cx="6119813" cy="50403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This text is very important for the user.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E0D40194-7E9D-D839-9DDD-238C2AD2674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0401C5B-420B-45D0-B3BA-CFC8AA0A7C2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217" name="Rectangle 1">
            <a:extLst>
              <a:ext uri="{FF2B5EF4-FFF2-40B4-BE49-F238E27FC236}">
                <a16:creationId xmlns:a16="http://schemas.microsoft.com/office/drawing/2014/main" id="{2F0BED24-6D8A-7529-B88B-729A1E13D5B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484313" y="900113"/>
            <a:ext cx="4589462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5C880837-76CC-270E-B50A-48B2FECB132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20725" y="4679950"/>
            <a:ext cx="6119813" cy="50403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Test This Slide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13416815-8DAD-FF22-3DF1-16225AFD17B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B39A8A9-F826-4DA0-95D0-9996F20075F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241" name="Rectangle 1">
            <a:extLst>
              <a:ext uri="{FF2B5EF4-FFF2-40B4-BE49-F238E27FC236}">
                <a16:creationId xmlns:a16="http://schemas.microsoft.com/office/drawing/2014/main" id="{B7D2567A-3B90-354D-CFC0-F16C69DE422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484313" y="900113"/>
            <a:ext cx="4589462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93915A2B-70BB-AE49-4D2E-634FB6F33FF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20725" y="4679950"/>
            <a:ext cx="6119813" cy="50403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User-123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89B8FD51-FDEC-8093-78C6-55C17CA319B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AC3C974-2AE5-4870-A23D-D87483931211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1265" name="Rectangle 1">
            <a:extLst>
              <a:ext uri="{FF2B5EF4-FFF2-40B4-BE49-F238E27FC236}">
                <a16:creationId xmlns:a16="http://schemas.microsoft.com/office/drawing/2014/main" id="{6BBCEF5B-5EA1-5CEF-8604-81A4B021FED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484313" y="900113"/>
            <a:ext cx="4589462" cy="3441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ACD4DE90-7A1C-3046-A132-0524D218F87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20725" y="4679950"/>
            <a:ext cx="6119813" cy="50403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dirty="0"/>
              <a:t>Hello, hi team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9117-B531-5DE3-1AE1-2D766E284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F33C5-894B-C015-5AF7-F2FF6F231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1BAFE-FEC5-2444-33FA-5195B4FCFB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8C0D1-E7D7-E227-EEC7-2E42263935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2C7A0-D536-FA7A-7732-0A3A0D74FF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DDD529F-8904-42FD-AB9C-F2BCFB4DCB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809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C63DD-F5F8-4310-8972-FF0D5FA0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9B9C-B8EE-D129-F6CC-B1211F0B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CB3AA-B7EF-F551-8387-EAE507B19E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90A4-1E2B-0870-CE15-D44F877252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35841-2C13-A7AB-178B-63D9A2232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0EFF22-8465-4A18-86D8-8015C66597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2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0207-DC55-A980-1162-08154E680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B8554-37C1-C7E7-2467-538FCA015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8A0FF-9DB4-EB5A-8E93-4E1CB3C0A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9C3F3-D227-AE5F-EE64-3A2B6F752D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519B-60B2-313E-0C31-8B8030EB46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247B294-AD06-4005-98D5-BF09ABB708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181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86BB-163D-285A-D020-85736F95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98E87-5F3F-5C21-904D-74103C753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9F8AD-F36B-A6F5-80FC-E105C58FF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9A9C-787E-62A8-741E-2F4866A72A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30D32-90CF-7FD5-7B41-ED1E6F1CF1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03ADF-05E5-DB0E-A124-A3376F75AF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D626828-4AFB-421D-9F52-DAD902D58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06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FD89-DDFD-2B26-A5D1-EE6D5CA8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A982A-5B97-A67A-0496-69408A9BD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AF6C-8ED9-D5EE-C8EA-982151052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81109-5228-0E8E-F9AC-40F686533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1E7B4-8BEF-2C00-83DE-2340A3B41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ECA7A-3189-D4B4-D6C3-9489C740B4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262F9-F85F-C679-CD47-C80D90E73F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8E195-A3FA-EE00-7195-39D01E950E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4B2CF8E-3035-43FC-AEF2-8788C03D0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96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CF427-3F40-E076-A61B-88160397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FBA77-8CB6-08F7-4973-23744B67B4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B59E5-2030-E35F-16D1-07F83B0303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C1B23-E6AA-C10B-A418-A09FFA77D1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D08F0281-AF8F-4938-BB27-D0D3A2FE28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0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6F81D-16EF-BDBB-F303-67ABA95242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D7FA3-1E07-6448-F50A-1D4EF89276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E4CF-D227-472E-F55B-A904DFA681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38FA86F-D288-492E-8DDA-C7C3E49F36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9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5F16-A060-7AE9-2D2A-A1A090F9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5A6F-C25D-EFC1-AC87-6D881B44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E661-0B73-4EC7-2369-DFD243F5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7862C-FDB4-F21B-1293-AC53930609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410AF-CFAC-9F77-CDB4-312535EC9A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43444-1124-9E6E-41AC-62420C8CC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39FCF8-3A1A-46FF-B94A-AFA1AD1BD9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522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6A414-C288-1AC6-1B39-C62145F7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4F6EFB-1953-F4FD-A34B-246B3F049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BE8B9-90C1-DC9D-1BBE-8290F96E5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009D9-810E-498B-0CD6-37200A1BCB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75D67-8D29-AD09-B98F-6C36E558D0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77E97-C3B7-839A-1327-78D410FD7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273FD83-1818-4BFF-A0FF-C364844B8A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45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4EA45-4352-A3E7-2CD1-5EE55006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78ACF-AE4C-5367-14F6-A877BA5AE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2E7A0-041B-1BF6-4403-5D98968E7A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978D5-BCFF-69BC-263E-F3E1DCDE2F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FCF4B-94C4-845C-D812-6930C3733E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4A7F613-25B6-4D14-84D1-1CDB3BCE99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91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AE354-07CD-F3B6-26BA-AD108B821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5849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870EC-831C-ABF7-8FC2-F9AF9F6A5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5849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73F74-9A6E-75DC-EF8C-F2359BD2FF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1135-B112-D5CA-D19E-0C9C662BAC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5FBC-8630-9A4E-E67F-ACA211DF0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FFA64CB-FE52-4467-9F3A-18AF970529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6119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D7F6-9A85-A85B-35B4-21663FA5E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95ABD-8CA9-9496-8534-5DA84261A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E6FA-2B61-8501-0ED6-23E4F88EF7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B68B-95FC-0A70-1D63-2CDF7BC01B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4224E-917B-9CB1-7FFC-D30987D8FF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87775FC2-F991-4B5E-B6DF-036C025D3A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312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350B-AF47-C173-9FD2-5408F1C6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2A0F-4E91-95BF-F600-E327AB8E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7E96-68DF-4AA7-0147-45E0ADEF95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18122-D2A9-C502-080D-CF5C83C019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97250-1BC8-0994-915B-F270220699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919B5DF-1951-4D4D-8BA8-2D9D1D2F7E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740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BEF7-7F9B-C1B1-C75E-1AC20614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5A8EE-01F7-065E-2A0C-C07B958A7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F8211-54B7-131D-F78D-B96D591404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87997-B246-F832-B094-A8138C81C8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F770C-FD50-5EFA-C78F-EB65B9C0CC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8587797-DF0A-4106-A85E-54332807D5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577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F443-9BBF-BA0B-3B0E-2DF1BACC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0998-8883-6D9B-EE34-C687FD6CC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800225"/>
            <a:ext cx="44592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0EB31-350D-663F-77A3-23C40D68E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800225"/>
            <a:ext cx="4459288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EFF44-C8D8-A821-C289-C5F8A6605E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538D1-CFF5-9C01-E191-D59ECDD512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8B876-A847-A4BF-3943-1C2F2A675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6F6A02B5-A9D7-40FF-8976-36F63F012C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582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904A2-B2E0-2D7F-3AA9-61346E08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CC3B2-3AF5-C2AB-1FC9-0D8E5AF43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06D8C-AF81-FCB1-C8DA-21C030F0E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07DDB-6A24-06B6-4E03-A80597074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22498-EB67-504C-CA51-DFC88DFE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994E23-64D7-CB04-9C3C-0B4BAFBB98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128E3-E733-1F50-ED5D-E1DE7DB792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C2D69-B962-8E3E-4FB5-07E6983A1C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7E11991E-9EF7-4FEB-8AD3-D764448E2C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958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D2DB-2675-A948-79A5-F2DAD8EC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3BEAB-CB44-6D79-9D8E-A86A4C86EF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47DF0-4DE7-802E-643E-16C9F27013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080D6-58F1-383E-502A-AB64B6AC29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66BE075-2C1B-4733-A4B4-BDC0FCCCF0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112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5697E-DEAF-07F1-D5AF-94086EA985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3055A-DCAF-EF9D-0AD1-CF2A4BECFE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512C2-BD52-8137-2541-6482458F04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E17295C7-4616-4D82-9400-1B126482CB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5627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6248-34EB-C11E-1F9A-4E48AAD9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01AA9-20BB-8034-0F04-4D98927E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650A1-AB8C-94E4-F8D3-747A06A76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C1BF4-591D-AB1B-13C9-DA38957794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DE213-B105-E1A3-9F98-CDE9A817E9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8AE50-59FF-343C-992D-9E3DEC0D3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5286B6C2-503B-472D-B476-4D4AD75489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596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70A-D124-9FFF-6D9E-B899150E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23C7B4-BDEA-F88E-3B4A-7D5A4290B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E8F33-72A9-C4FF-0B39-E760FC7F8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78962-BC3E-4E59-4BE6-511D571775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2B818-3E34-7916-D6A1-54164184FA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3D96C-F3ED-C9FF-6F87-A923FDF064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1A5B2C81-916D-49DA-99EE-9924369E7E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325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6A54-B6B5-EB11-20E2-27511D84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F0039-613B-13E5-3785-7DB03A1F8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1346-F45D-DE35-E34B-316FC980A3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C58E4-31BC-8C1A-2FA3-373B00B60F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A9DA-0EC1-5557-0241-8C7A93AADB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93AB496E-A221-4541-92DE-C2AC4D43E8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335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43CAF-480A-90A0-ED07-E46C07DC9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7263" y="576263"/>
            <a:ext cx="2266950" cy="5607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65F84-068C-34BA-08DD-5B0E802AC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576263"/>
            <a:ext cx="6651625" cy="5607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D925C-055E-85C3-6A40-E921151182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05367-6438-9208-D977-876762BE08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B993-A83C-9D57-E78C-1FEE32D924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03C64B9-898F-42B0-BEEF-06B1B24392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7685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E142-F0A6-2CB7-541F-246E67F1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576263"/>
            <a:ext cx="7197725" cy="71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825E6-C73F-C024-528C-397C93BF2D8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503238" y="6886575"/>
            <a:ext cx="2346325" cy="51911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D5DAB-F6BE-A36A-D657-E7239418D25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448050" y="6886575"/>
            <a:ext cx="3194050" cy="51911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BCBA-3DF9-FA0A-01CF-7E13DBBAEF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226300" y="6886575"/>
            <a:ext cx="2346325" cy="519113"/>
          </a:xfrm>
        </p:spPr>
        <p:txBody>
          <a:bodyPr/>
          <a:lstStyle>
            <a:lvl1pPr>
              <a:defRPr/>
            </a:lvl1pPr>
          </a:lstStyle>
          <a:p>
            <a:fld id="{8BD60862-5D7D-4D51-A84D-996C02601C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555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62E4D276-70BB-14C5-152B-E15619D88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C6A36EBA-5682-A288-F8B2-CA448B190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38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419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F78ACF-AE46-476F-D163-972B9764854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61AF073-FC2C-ADB8-1D45-BA002C9FDB69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4DE438-E121-45DE-9AFB-C6C932E944E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D91BB747-1D02-4639-901F-CCCC2E903AB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2pPr>
      <a:lvl3pPr marL="11430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3pPr>
      <a:lvl4pPr marL="16002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4pPr>
      <a:lvl5pPr marL="20574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5pPr>
      <a:lvl6pPr marL="25146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6pPr>
      <a:lvl7pPr marL="29718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7pPr>
      <a:lvl8pPr marL="34290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8pPr>
      <a:lvl9pPr marL="3886200" indent="-228600" algn="ctr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cs typeface="Droid Sans Fallback" charset="0"/>
        </a:defRPr>
      </a:lvl9pPr>
    </p:titleStyle>
    <p:bodyStyle>
      <a:lvl1pPr marL="342900" indent="-342900" algn="l" defTabSz="457200" rtl="0" fontAlgn="base" hangingPunct="0">
        <a:lnSpc>
          <a:spcPct val="94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4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 hangingPunct="0">
        <a:lnSpc>
          <a:spcPct val="9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 hangingPunct="0">
        <a:lnSpc>
          <a:spcPct val="94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 hangingPunct="0">
        <a:lnSpc>
          <a:spcPct val="94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9D040178-69A2-E535-5937-D809A03C3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79038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B4F59CE7-D618-4EA8-C197-EE42DB7BF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576263"/>
            <a:ext cx="719772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76E36D2-9C58-1490-D6F3-501F14A5F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800225"/>
            <a:ext cx="9070975" cy="438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96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55DF1BF-A183-D69A-D366-253B15728FD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664C646-A90B-BE2F-1A73-9EB462A69C0F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87CC08D-E610-C8A0-DD5D-17CC6FF5481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6300" y="6886575"/>
            <a:ext cx="2346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3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44D02C06-5C5C-4178-B797-F662B0D242B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 kern="12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2pPr>
      <a:lvl3pPr marL="11430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3pPr>
      <a:lvl4pPr marL="16002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4pPr>
      <a:lvl5pPr marL="20574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5pPr>
      <a:lvl6pPr marL="25146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6pPr>
      <a:lvl7pPr marL="29718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7pPr>
      <a:lvl8pPr marL="34290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8pPr>
      <a:lvl9pPr marL="3886200" indent="-228600" algn="l" defTabSz="457200" rtl="0" fontAlgn="base" hangingPunct="0">
        <a:lnSpc>
          <a:spcPct val="9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600">
          <a:solidFill>
            <a:srgbClr val="000000"/>
          </a:solidFill>
          <a:latin typeface="Arial" panose="020B0604020202020204" pitchFamily="34" charset="0"/>
          <a:cs typeface="WenQuanYi Zen Hei" charset="0"/>
        </a:defRPr>
      </a:lvl9pPr>
    </p:titleStyle>
    <p:bodyStyle>
      <a:lvl1pPr marL="342900" indent="-342900" algn="l" defTabSz="457200" rtl="0" fontAlgn="base" hangingPunct="0">
        <a:lnSpc>
          <a:spcPct val="94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fontAlgn="base" hangingPunct="0">
        <a:lnSpc>
          <a:spcPct val="94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fontAlgn="base" hangingPunct="0">
        <a:lnSpc>
          <a:spcPct val="9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fontAlgn="base" hangingPunct="0">
        <a:lnSpc>
          <a:spcPct val="94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fontAlgn="base" hangingPunct="0">
        <a:lnSpc>
          <a:spcPct val="94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>
            <a:extLst>
              <a:ext uri="{FF2B5EF4-FFF2-40B4-BE49-F238E27FC236}">
                <a16:creationId xmlns:a16="http://schemas.microsoft.com/office/drawing/2014/main" id="{3B6A5128-7FAE-B7F0-4C77-78C64D832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576263"/>
            <a:ext cx="7199312" cy="720725"/>
          </a:xfrm>
          <a:ln/>
        </p:spPr>
        <p:txBody>
          <a:bodyPr tIns="27215"/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 dirty="0"/>
              <a:t>做得非常好</a:t>
            </a: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EA9B7D69-B36D-8657-4027-D6696E80DD0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503238" y="1800225"/>
            <a:ext cx="9072562" cy="43846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1340" rIns="0" bIns="0" anchor="ctr"/>
          <a:lstStyle/>
          <a:p>
            <a:pPr algn="just"/>
            <a:r>
              <a:rPr sz="1600" dirty="0"/>
              <a:t> 客户非常重要，他们将永远被优先考虑。现在我深恶痛绝。这不是关于数量，而是关于巧克力的乐趣，以及我的员工做作业的乐趣。这就像一种不同的沙拉。根本没有航空公司，甚至连一点痕迹都没有。人生的痛苦有时会被谈论。我们与社区成员共同生活；我们的人生旅程是相同的。然而，Maecenas 不需要医疗护理。</a:t>
            </a:r>
            <a:r>
              <a:rPr sz="1600" dirty="0" err="1"/>
              <a:t>毛里斯</a:t>
            </a:r>
            <a:r>
              <a:rPr sz="1600" dirty="0"/>
              <a:t>坚定、注重行动，不易动摇。但对于</a:t>
            </a:r>
            <a:r>
              <a:rPr dirty="0"/>
              <a:t>%&lt;[^&gt;]</a:t>
            </a:r>
            <a:r>
              <a:rPr sz="1600" dirty="0"/>
              <a:t>的承诺和持续的努力，务必保持谨慎；哀悼者不会奉承表演者。在提供财务自由之前完成任务。通往山谷没有平坦的道路，现在人生旅程清晰可见。你不需要迅速行动。Morbi 是一个</a:t>
            </a:r>
            <a:r>
              <a:rPr/>
              <a:t>不懈的@test.com </a:t>
            </a:r>
            <a:r>
              <a:rPr sz="1600" dirty="0"/>
              <a:t>批评者，挑战的作者。疾病影响身体。目前没有目标。</a:t>
            </a:r>
          </a:p>
          <a:p>
            <a:pPr algn="just"/>
            <a:r>
              <a:rPr sz="1600" dirty="0"/>
              <a:t> Maecenas 坚定不移，轻松应对挑战，但却奉承土地。Maecenas 尚不知道该投资哪块土地。没有什么是容易的。Aenean 的作业说明了一切。它来自毛里。现在，专注并不能让生活变得轻松，过去的挣扎也无法决定未来。无论是来自网络还是员工，病态的玩笑总是能被听到。Maecenas 的精心策划被证明是高效的，持续的推进</a:t>
            </a:r>
            <a:r>
              <a:rPr dirty="0"/>
              <a:t>%&lt;[^&gt;]</a:t>
            </a:r>
            <a:r>
              <a:rPr sz="1600" dirty="0"/>
              <a:t>不留任何退路。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>
            <a:extLst>
              <a:ext uri="{FF2B5EF4-FFF2-40B4-BE49-F238E27FC236}">
                <a16:creationId xmlns:a16="http://schemas.microsoft.com/office/drawing/2014/main" id="{4B013A34-B29B-7A88-B33D-F83DFA71E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576263"/>
            <a:ext cx="7199312" cy="720725"/>
          </a:xfrm>
          <a:ln/>
        </p:spPr>
        <p:txBody>
          <a:bodyPr tIns="27215"/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/>
              <a:t>图表</a:t>
            </a:r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39C1739E-738F-040F-7FB1-11B9C22A1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3863" y="2487613"/>
          <a:ext cx="6865937" cy="359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66280" imgH="3598920" progId="">
                  <p:embed/>
                </p:oleObj>
              </mc:Choice>
              <mc:Fallback>
                <p:oleObj r:id="rId3" imgW="6866280" imgH="35989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2487613"/>
                        <a:ext cx="6865937" cy="359886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4E0DAD93-68B5-A2C8-EEBA-60BCC2B1E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576263"/>
            <a:ext cx="7199312" cy="720725"/>
          </a:xfrm>
          <a:ln/>
        </p:spPr>
        <p:txBody>
          <a:bodyPr tIns="27215"/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/>
              <a:t>表格</a:t>
            </a:r>
          </a:p>
        </p:txBody>
      </p:sp>
      <p:graphicFrame>
        <p:nvGraphicFramePr>
          <p:cNvPr id="6146" name="Group 2">
            <a:extLst>
              <a:ext uri="{FF2B5EF4-FFF2-40B4-BE49-F238E27FC236}">
                <a16:creationId xmlns:a16="http://schemas.microsoft.com/office/drawing/2014/main" id="{05547320-2293-BB5D-49D6-1AB2995A77C1}"/>
              </a:ext>
            </a:extLst>
          </p:cNvPr>
          <p:cNvGraphicFramePr>
            <a:graphicFrameLocks noGrp="1"/>
          </p:cNvGraphicFramePr>
          <p:nvPr/>
        </p:nvGraphicFramePr>
        <p:xfrm>
          <a:off x="503238" y="1800225"/>
          <a:ext cx="9074150" cy="3990979"/>
        </p:xfrm>
        <a:graphic>
          <a:graphicData uri="http://schemas.openxmlformats.org/drawingml/2006/table">
            <a:tbl>
              <a:tblPr/>
              <a:tblGrid>
                <a:gridCol w="1814512">
                  <a:extLst>
                    <a:ext uri="{9D8B030D-6E8A-4147-A177-3AD203B41FA5}">
                      <a16:colId xmlns:a16="http://schemas.microsoft.com/office/drawing/2014/main" val="368356790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1153093874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4269159533"/>
                    </a:ext>
                  </a:extLst>
                </a:gridCol>
                <a:gridCol w="1814512">
                  <a:extLst>
                    <a:ext uri="{9D8B030D-6E8A-4147-A177-3AD203B41FA5}">
                      <a16:colId xmlns:a16="http://schemas.microsoft.com/office/drawing/2014/main" val="2626729676"/>
                    </a:ext>
                  </a:extLst>
                </a:gridCol>
                <a:gridCol w="1814513">
                  <a:extLst>
                    <a:ext uri="{9D8B030D-6E8A-4147-A177-3AD203B41FA5}">
                      <a16:colId xmlns:a16="http://schemas.microsoft.com/office/drawing/2014/main" val="4084490344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r>
                        <a:rPr kumimoji="0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roid Sans Fallback" charset="0"/>
                        </a:rPr>
                        <a:t>第 1 列</a:t>
                      </a: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r>
                        <a:rPr kumimoji="0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第 2 列</a:t>
                      </a: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r>
                        <a:rPr kumimoji="0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第 3 列</a:t>
                      </a: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r>
                        <a:rPr kumimoji="0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第 4 列</a:t>
                      </a: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r>
                        <a:rPr kumimoji="0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DejaVu Sans" charset="0"/>
                        </a:rPr>
                        <a:t>第 5 列</a:t>
                      </a:r>
                    </a:p>
                    <a:p>
                      <a:pPr marL="0" marR="0" lvl="0" indent="0" algn="l" defTabSz="457200" rtl="0" eaLnBrk="1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DejaVu Sans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513524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72856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85237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377463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31819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15914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80334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641833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4609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>
                        <a:spcAft>
                          <a:spcPts val="142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1pPr>
                      <a:lvl2pPr>
                        <a:spcAft>
                          <a:spcPts val="113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2pPr>
                      <a:lvl3pPr>
                        <a:spcAft>
                          <a:spcPts val="85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3pPr>
                      <a:lvl4pPr>
                        <a:spcAft>
                          <a:spcPts val="575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4pPr>
                      <a:lvl5pPr>
                        <a:spcAft>
                          <a:spcPts val="288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5pPr>
                      <a:lvl6pPr marL="25146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6pPr>
                      <a:lvl7pPr marL="29718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7pPr>
                      <a:lvl8pPr marL="34290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8pPr>
                      <a:lvl9pPr marL="3886200" indent="-228600" defTabSz="457200" fontAlgn="base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  <a:defRPr sz="2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WenQuanYi Zen Hei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0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buNone/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</a:tabLst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Droid Sans Fallback" charset="0"/>
                      </a:endParaRPr>
                    </a:p>
                  </a:txBody>
                  <a:tcPr marL="90000" marR="90000" marT="60407" marB="46800" horzOverflow="overflow">
                    <a:lnL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1426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DAFF79F9-93AE-D015-E451-F95A8A1CF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576263"/>
            <a:ext cx="7199312" cy="720725"/>
          </a:xfrm>
          <a:ln/>
        </p:spPr>
        <p:txBody>
          <a:bodyPr tIns="27215"/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</a:pPr>
            <a:r>
              <a:rPr/>
              <a:t>照片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C0EC483-AD29-3882-53D6-E7E1DE10F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1920875"/>
            <a:ext cx="7123113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Droid Sans Fallback"/>
      </a:majorFont>
      <a:minorFont>
        <a:latin typeface="Arial"/>
        <a:ea typeface=""/>
        <a:cs typeface="Droid Sans Fallback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Droid Sans Fallback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Droid Sans Fallback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"/>
        <a:cs typeface="WenQuanYi Zen Hei"/>
      </a:majorFont>
      <a:minorFont>
        <a:latin typeface="Arial"/>
        <a:ea typeface="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Droid Sans Fallback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cs typeface="Droid Sans Fallback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312</Words>
  <Application>Microsoft Office PowerPoint</Application>
  <PresentationFormat>Custom</PresentationFormat>
  <Paragraphs>19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Office Theme</vt:lpstr>
      <vt:lpstr>Office Theme</vt:lpstr>
      <vt:lpstr>Very Well Done</vt:lpstr>
      <vt:lpstr>Chart</vt:lpstr>
      <vt:lpstr>Table</vt:lpstr>
      <vt:lpstr>Photo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subject/>
  <dc:creator>Hafiz Arham</dc:creator>
  <cp:keywords/>
  <dc:description/>
  <cp:lastModifiedBy>Arham Ali</cp:lastModifiedBy>
  <cp:revision>7</cp:revision>
  <cp:lastPrinted>1601-01-01T00:00:00Z</cp:lastPrinted>
  <dcterms:created xsi:type="dcterms:W3CDTF">2017-08-10T19:58:16Z</dcterms:created>
  <dcterms:modified xsi:type="dcterms:W3CDTF">2025-07-14T11:48:34Z</dcterms:modified>
</cp:coreProperties>
</file>