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49" r:id="rId2"/>
  </p:sldMasterIdLst>
  <p:notesMasterIdLst>
    <p:notesMasterId r:id="rId7"/>
  </p:notesMasterIdLst>
  <p:sldIdLst>
    <p:sldId id="256" r:id="rId3"/>
    <p:sldId id="257" r:id="rId4"/>
    <p:sldId id="258" r:id="rId5"/>
    <p:sldId id="259" r:id="rId6"/>
  </p:sldIdLst>
  <p:sldSz cx="10080625" cy="7559675"/>
  <p:notesSz cx="7559675" cy="10691813"/>
  <p:defaultTextStyle>
    <a:defPPr>
      <a:defRPr lang="en-GB"/>
    </a:defPPr>
    <a:lvl1pPr algn="l" defTabSz="457200" rtl="0" fontAlgn="base" hangingPunct="0">
      <a:lnSpc>
        <a:spcPct val="94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1pPr>
    <a:lvl2pPr marL="742950" indent="-285750" algn="l" defTabSz="457200" rtl="0" fontAlgn="base" hangingPunct="0">
      <a:lnSpc>
        <a:spcPct val="94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2pPr>
    <a:lvl3pPr marL="1143000" indent="-228600" algn="l" defTabSz="457200" rtl="0" fontAlgn="base" hangingPunct="0">
      <a:lnSpc>
        <a:spcPct val="94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3pPr>
    <a:lvl4pPr marL="1600200" indent="-228600" algn="l" defTabSz="457200" rtl="0" fontAlgn="base" hangingPunct="0">
      <a:lnSpc>
        <a:spcPct val="94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4pPr>
    <a:lvl5pPr marL="2057400" indent="-228600" algn="l" defTabSz="457200" rtl="0" fontAlgn="base" hangingPunct="0">
      <a:lnSpc>
        <a:spcPct val="94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Droid Sans Fallback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4" d="100"/>
          <a:sy n="74" d="100"/>
        </p:scale>
        <p:origin x="1498" y="72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AE19819B-54D5-23F0-EECD-26A59A373D54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484313" y="900113"/>
            <a:ext cx="4587875" cy="3440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AC2D21E6-22F5-FCFA-B078-0E6AEE66CF6D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720725" y="4679950"/>
            <a:ext cx="6118225" cy="5038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E84CD048-B21C-60FF-105D-87B32FD281CE}"/>
              </a:ext>
            </a:extLst>
          </p:cNvPr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278188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D0E48816-4CFF-3BF2-E750-0F2A8408EF8A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4279900" y="0"/>
            <a:ext cx="3278188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029DB1B-B774-68CB-29A8-E0CD2FA37AB1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0" y="10156825"/>
            <a:ext cx="3278188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D37D822F-3E82-D520-D2E7-995384E76E64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4279900" y="10156825"/>
            <a:ext cx="3278188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fld id="{7298DA54-2983-4583-A670-06EA997400E3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B5119299-369A-35D1-B90F-E6B23AA859AA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0EDFA6AB-C1EE-474A-9CCC-EE009F5DCB85}" type="slidenum">
              <a:rPr lang="en-US" altLang="en-US"/>
              <a:pPr/>
              <a:t>1</a:t>
            </a:fld>
            <a:endParaRPr lang="en-US" altLang="en-US"/>
          </a:p>
        </p:txBody>
      </p:sp>
      <p:sp>
        <p:nvSpPr>
          <p:cNvPr id="8193" name="Rectangle 1">
            <a:extLst>
              <a:ext uri="{FF2B5EF4-FFF2-40B4-BE49-F238E27FC236}">
                <a16:creationId xmlns:a16="http://schemas.microsoft.com/office/drawing/2014/main" id="{6A2D70D5-518B-73D3-3FC6-71DA5CAEA705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484313" y="900113"/>
            <a:ext cx="4589462" cy="34417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D5A2B718-04AA-F999-51C5-1DCDC058A4E6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20725" y="4679950"/>
            <a:ext cx="6119813" cy="504031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en-US" dirty="0"/>
              <a:t>This text is very important for the user.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E0D40194-7E9D-D839-9DDD-238C2AD26749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0401C5B-420B-45D0-B3BA-CFC8AA0A7C25}" type="slidenum">
              <a:rPr lang="en-US" altLang="en-US"/>
              <a:pPr/>
              <a:t>2</a:t>
            </a:fld>
            <a:endParaRPr lang="en-US" altLang="en-US"/>
          </a:p>
        </p:txBody>
      </p:sp>
      <p:sp>
        <p:nvSpPr>
          <p:cNvPr id="9217" name="Rectangle 1">
            <a:extLst>
              <a:ext uri="{FF2B5EF4-FFF2-40B4-BE49-F238E27FC236}">
                <a16:creationId xmlns:a16="http://schemas.microsoft.com/office/drawing/2014/main" id="{2F0BED24-6D8A-7529-B88B-729A1E13D5BA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484313" y="900113"/>
            <a:ext cx="4589462" cy="34417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5C880837-76CC-270E-B50A-48B2FECB132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20725" y="4679950"/>
            <a:ext cx="6119813" cy="504031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en-US" dirty="0"/>
              <a:t>Test This Slide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13416815-8DAD-FF22-3DF1-16225AFD17BD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6B39A8A9-F826-4DA0-95D0-9996F20075F9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0241" name="Rectangle 1">
            <a:extLst>
              <a:ext uri="{FF2B5EF4-FFF2-40B4-BE49-F238E27FC236}">
                <a16:creationId xmlns:a16="http://schemas.microsoft.com/office/drawing/2014/main" id="{B7D2567A-3B90-354D-CFC0-F16C69DE4227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484313" y="900113"/>
            <a:ext cx="4589462" cy="34417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242" name="Rectangle 2">
            <a:extLst>
              <a:ext uri="{FF2B5EF4-FFF2-40B4-BE49-F238E27FC236}">
                <a16:creationId xmlns:a16="http://schemas.microsoft.com/office/drawing/2014/main" id="{93915A2B-70BB-AE49-4D2E-634FB6F33FFC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20725" y="4679950"/>
            <a:ext cx="6119813" cy="504031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en-US" dirty="0"/>
              <a:t>User-123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89B8FD51-FDEC-8093-78C6-55C17CA319B6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5AC3C974-2AE5-4870-A23D-D87483931211}" type="slidenum">
              <a:rPr lang="en-US" altLang="en-US"/>
              <a:pPr/>
              <a:t>4</a:t>
            </a:fld>
            <a:endParaRPr lang="en-US" altLang="en-US"/>
          </a:p>
        </p:txBody>
      </p:sp>
      <p:sp>
        <p:nvSpPr>
          <p:cNvPr id="11265" name="Rectangle 1">
            <a:extLst>
              <a:ext uri="{FF2B5EF4-FFF2-40B4-BE49-F238E27FC236}">
                <a16:creationId xmlns:a16="http://schemas.microsoft.com/office/drawing/2014/main" id="{6BBCEF5B-5EA1-5CEF-8604-81A4B021FEDA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484313" y="900113"/>
            <a:ext cx="4589462" cy="34417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ACD4DE90-7A1C-3046-A132-0524D218F879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20725" y="4679950"/>
            <a:ext cx="6119813" cy="504031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en-US" dirty="0"/>
              <a:t>Hello, hi team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89117-B531-5DE3-1AE1-2D766E284B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F33C5-894B-C015-5AF7-F2FF6F2315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61BAFE-FEC5-2444-33FA-5195B4FCFB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8C0D1-E7D7-E227-EEC7-2E42263935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2C7A0-D536-FA7A-7732-0A3A0D74FF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6DDD529F-8904-42FD-AB9C-F2BCFB4DCB4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78091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C63DD-F5F8-4310-8972-FF0D5FA0B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99B9C-B8EE-D129-F6CC-B1211F0BC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ECB3AA-B7EF-F551-8387-EAE507B19E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5290A4-1E2B-0870-CE15-D44F8772529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A35841-2C13-A7AB-178B-63D9A2232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930EFF22-8465-4A18-86D8-8015C665975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54287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A0207-DC55-A980-1162-08154E680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B8554-37C1-C7E7-2467-538FCA015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8A0FF-9DB4-EB5A-8E93-4E1CB3C0AB7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9C3F3-D227-AE5F-EE64-3A2B6F752DA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7519B-60B2-313E-0C31-8B8030EB46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7247B294-AD06-4005-98D5-BF09ABB708D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1815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E86BB-163D-285A-D020-85736F956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98E87-5F3F-5C21-904D-74103C753F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7700" cy="4383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79F8AD-F36B-A6F5-80FC-E105C58FFE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3338" y="1768475"/>
            <a:ext cx="4459287" cy="4383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29A9C-787E-62A8-741E-2F4866A72A7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30D32-90CF-7FD5-7B41-ED1E6F1CF15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903ADF-05E5-DB0E-A124-A3376F75AF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CD626828-4AFB-421D-9F52-DAD902D5805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1066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FD89-DDFD-2B26-A5D1-EE6D5CA8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CA982A-5B97-A67A-0496-69408A9BD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AEAF6C-8ED9-D5EE-C8EA-9821510528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B81109-5228-0E8E-F9AC-40F686533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41E7B4-8BEF-2C00-83DE-2340A3B41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6ECA7A-3189-D4B4-D6C3-9489C740B4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7262F9-F85F-C679-CD47-C80D90E73F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C8E195-A3FA-EE00-7195-39D01E950E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54B2CF8E-3035-43FC-AEF2-8788C03D026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4966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CF427-3F40-E076-A61B-88160397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2FBA77-8CB6-08F7-4973-23744B67B44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B59E5-2030-E35F-16D1-07F83B0303B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4C1B23-E6AA-C10B-A418-A09FFA77D1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D08F0281-AF8F-4938-BB27-D0D3A2FE282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7300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C6F81D-16EF-BDBB-F303-67ABA952424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0D7FA3-1E07-6448-F50A-1D4EF89276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4AE4CF-D227-472E-F55B-A904DFA681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C38FA86F-D288-492E-8DDA-C7C3E49F36B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97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15F16-A060-7AE9-2D2A-A1A090F93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F5A6F-C25D-EFC1-AC87-6D881B449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48E661-0B73-4EC7-2369-DFD243F5EA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37862C-FDB4-F21B-1293-AC539306093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410AF-CFAC-9F77-CDB4-312535EC9A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F43444-1124-9E6E-41AC-62420C8CC7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3639FCF8-3A1A-46FF-B94A-AFA1AD1BD90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5228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6A414-C288-1AC6-1B39-C62145F78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4F6EFB-1953-F4FD-A34B-246B3F0492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0BE8B9-90C1-DC9D-1BBE-8290F96E5D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5009D9-810E-498B-0CD6-37200A1BCBF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D75D67-8D29-AD09-B98F-6C36E558D01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77E97-C3B7-839A-1327-78D410FD7D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6273FD83-1818-4BFF-A0FF-C364844B8A7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65457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4EA45-4352-A3E7-2CD1-5EE550066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178ACF-AE4C-5367-14F6-A877BA5AEF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2E7A0-041B-1BF6-4403-5D98968E7A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978D5-BCFF-69BC-263E-F3E1DCDE2F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FCF4B-94C4-845C-D812-6930C3733E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44A7F613-25B6-4D14-84D1-1CDB3BCE99F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8912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2AE354-07CD-F3B6-26BA-AD108B821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5675" y="301625"/>
            <a:ext cx="2266950" cy="58499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0870EC-831C-ABF7-8FC2-F9AF9F6A5D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0037" cy="58499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73F74-9A6E-75DC-EF8C-F2359BD2FF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781135-B112-D5CA-D19E-0C9C662BACF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25FBC-8630-9A4E-E67F-ACA211DF0D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4FFA64CB-FE52-4467-9F3A-18AF9705293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6119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7D7F6-9A85-A85B-35B4-21663FA5E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95ABD-8CA9-9496-8534-5DA84261A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3E6FA-2B61-8501-0ED6-23E4F88EF71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3B68B-95FC-0A70-1D63-2CDF7BC01B3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4224E-917B-9CB1-7FFC-D30987D8FF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87775FC2-F991-4B5E-B6DF-036C025D3AD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873123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3350B-AF47-C173-9FD2-5408F1C6C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A2A0F-4E91-95BF-F600-E327AB8E2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827E96-68DF-4AA7-0147-45E0ADEF95E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E18122-D2A9-C502-080D-CF5C83C0192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97250-1BC8-0994-915B-F270220699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4919B5DF-1951-4D4D-8BA8-2D9D1D2F7E4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727404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CBEF7-7F9B-C1B1-C75E-1AC20614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5A8EE-01F7-065E-2A0C-C07B958A7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F8211-54B7-131D-F78D-B96D5914040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87997-B246-F832-B094-A8138C81C8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DF770C-FD50-5EFA-C78F-EB65B9C0CC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28587797-DF0A-4106-A85E-54332807D5E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325776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F443-9BBF-BA0B-3B0E-2DF1BACC2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F0998-8883-6D9B-EE34-C687FD6CC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800225"/>
            <a:ext cx="4459287" cy="4383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10EB31-350D-663F-77A3-23C40D68EF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800225"/>
            <a:ext cx="4459288" cy="4383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2EFF44-C8D8-A821-C289-C5F8A6605E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538D1-CFF5-9C01-E191-D59ECDD5125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8B876-A847-A4BF-3943-1C2F2A6758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6F6A02B5-A9D7-40FF-8976-36F63F012CE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865825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04A2-B2E0-2D7F-3AA9-61346E080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DCC3B2-3AF5-C2AB-1FC9-0D8E5AF435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406D8C-AF81-FCB1-C8DA-21C030F0ED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07DDB-6A24-06B6-4E03-A80597074A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A22498-EB67-504C-CA51-DFC88DFE77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994E23-64D7-CB04-9C3C-0B4BAFBB98E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7128E3-E733-1F50-ED5D-E1DE7DB7922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2C2D69-B962-8E3E-4FB5-07E6983A1C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7E11991E-9EF7-4FEB-8AD3-D764448E2C9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59584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0D2DB-2675-A948-79A5-F2DAD8EC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83BEAB-CB44-6D79-9D8E-A86A4C86EF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847DF0-4DE7-802E-643E-16C9F27013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F080D6-58F1-383E-502A-AB64B6AC29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366BE075-2C1B-4733-A4B4-BDC0FCCCF0F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211124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15697E-DEAF-07F1-D5AF-94086EA985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43055A-DCAF-EF9D-0AD1-CF2A4BECFE7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6512C2-BD52-8137-2541-6482458F04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E17295C7-4616-4D82-9400-1B126482CB6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556273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A6248-34EB-C11E-1F9A-4E48AAD9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01AA9-20BB-8034-0F04-4D98927E5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650A1-AB8C-94E4-F8D3-747A06A76C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1C1BF4-591D-AB1B-13C9-DA38957794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DE213-B105-E1A3-9F98-CDE9A817E96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8AE50-59FF-343C-992D-9E3DEC0D3D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5286B6C2-503B-472D-B476-4D4AD754896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45961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70A-D124-9FFF-6D9E-B899150E0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23C7B4-BDEA-F88E-3B4A-7D5A4290BD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E8F33-72A9-C4FF-0B39-E760FC7F8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78962-BC3E-4E59-4BE6-511D571775A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2B818-3E34-7916-D6A1-54164184FA4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43D96C-F3ED-C9FF-6F87-A923FDF0648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1A5B2C81-916D-49DA-99EE-9924369E7EF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133250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F6A54-B6B5-EB11-20E2-27511D84E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DF0039-613B-13E5-3785-7DB03A1F8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F1346-F45D-DE35-E34B-316FC980A3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4C58E4-31BC-8C1A-2FA3-373B00B60F6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AA9DA-0EC1-5557-0241-8C7A93AADB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93AB496E-A221-4541-92DE-C2AC4D43E8F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3356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943CAF-480A-90A0-ED07-E46C07DC96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7263" y="576263"/>
            <a:ext cx="2266950" cy="56070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65F84-068C-34BA-08DD-5B0E802AC6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576263"/>
            <a:ext cx="6651625" cy="56070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D925C-055E-85C3-6A40-E921151182E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05367-6438-9208-D977-876762BE08F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EB993-A83C-9D57-E78C-1FEE32D924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C03C64B9-898F-42B0-BEEF-06B1B243920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076856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4E142-F0A6-2CB7-541F-246E67F19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38" y="576263"/>
            <a:ext cx="7197725" cy="7191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5825E6-C73F-C024-528C-397C93BF2D8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503238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9D5DAB-F6BE-A36A-D657-E7239418D25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448050" y="6886575"/>
            <a:ext cx="3194050" cy="519113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B0BCBA-3DF9-FA0A-01CF-7E13DBBAEF6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226300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fld id="{8BD60862-5D7D-4D51-A84D-996C02601C2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85551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>
            <a:extLst>
              <a:ext uri="{FF2B5EF4-FFF2-40B4-BE49-F238E27FC236}">
                <a16:creationId xmlns:a16="http://schemas.microsoft.com/office/drawing/2014/main" id="{62E4D276-70BB-14C5-152B-E15619D885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03238" y="301625"/>
            <a:ext cx="9069387" cy="1260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1026" name="Rectangle 2">
            <a:extLst>
              <a:ext uri="{FF2B5EF4-FFF2-40B4-BE49-F238E27FC236}">
                <a16:creationId xmlns:a16="http://schemas.microsoft.com/office/drawing/2014/main" id="{C6A36EBA-5682-A288-F8B2-CA448B1907F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03238" y="1768475"/>
            <a:ext cx="9069387" cy="4383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4192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8AF78ACF-AE46-476F-D163-972B97648549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50323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en-US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61AF073-FC2C-ADB8-1D45-BA002C9FDB69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3448050" y="6886575"/>
            <a:ext cx="31940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654DE438-E121-45DE-9AFB-C6C932E944E8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722788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fld id="{D91BB747-1D02-4639-901F-CCCC2E903AB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000000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2pPr>
      <a:lvl3pPr marL="1143000" indent="-22860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3pPr>
      <a:lvl4pPr marL="1600200" indent="-22860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4pPr>
      <a:lvl5pPr marL="2057400" indent="-22860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5pPr>
      <a:lvl6pPr marL="2514600" indent="-22860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6pPr>
      <a:lvl7pPr marL="2971800" indent="-22860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7pPr>
      <a:lvl8pPr marL="3429000" indent="-22860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8pPr>
      <a:lvl9pPr marL="3886200" indent="-228600" algn="ctr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Arial" panose="020B0604020202020204" pitchFamily="34" charset="0"/>
          <a:cs typeface="Droid Sans Fallback" charset="0"/>
        </a:defRPr>
      </a:lvl9pPr>
    </p:titleStyle>
    <p:bodyStyle>
      <a:lvl1pPr marL="342900" indent="-342900" algn="l" defTabSz="457200" rtl="0" fontAlgn="base" hangingPunct="0">
        <a:lnSpc>
          <a:spcPct val="94000"/>
        </a:lnSpc>
        <a:spcBef>
          <a:spcPct val="0"/>
        </a:spcBef>
        <a:spcAft>
          <a:spcPts val="1425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4000"/>
        </a:lnSpc>
        <a:spcBef>
          <a:spcPct val="0"/>
        </a:spcBef>
        <a:spcAft>
          <a:spcPts val="1138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4000"/>
        </a:lnSpc>
        <a:spcBef>
          <a:spcPct val="0"/>
        </a:spcBef>
        <a:spcAft>
          <a:spcPts val="850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4000"/>
        </a:lnSpc>
        <a:spcBef>
          <a:spcPct val="0"/>
        </a:spcBef>
        <a:spcAft>
          <a:spcPts val="575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4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Picture 1">
            <a:extLst>
              <a:ext uri="{FF2B5EF4-FFF2-40B4-BE49-F238E27FC236}">
                <a16:creationId xmlns:a16="http://schemas.microsoft.com/office/drawing/2014/main" id="{9D040178-69A2-E535-5937-D809A03C3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0079038" cy="755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050" name="Rectangle 2">
            <a:extLst>
              <a:ext uri="{FF2B5EF4-FFF2-40B4-BE49-F238E27FC236}">
                <a16:creationId xmlns:a16="http://schemas.microsoft.com/office/drawing/2014/main" id="{B4F59CE7-D618-4EA8-C197-EE42DB7BF1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03238" y="576263"/>
            <a:ext cx="7197725" cy="719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F76E36D2-9C58-1490-D6F3-501F14A5F4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03238" y="1800225"/>
            <a:ext cx="9070975" cy="4383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9656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655DF1BF-A183-D69A-D366-253B15728FD7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50323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en-US"/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4664C646-A90B-BE2F-1A73-9EB462A69C0F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3448050" y="6886575"/>
            <a:ext cx="31940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en-US"/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C87CC08D-E610-C8A0-DD5D-17CC6FF54810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7226300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3000"/>
              </a:lnSpc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fld id="{44D02C06-5C5C-4178-B797-F662B0D242B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 kern="1200">
          <a:solidFill>
            <a:srgbClr val="000000"/>
          </a:solidFill>
          <a:latin typeface="+mj-lt"/>
          <a:ea typeface="+mj-ea"/>
          <a:cs typeface="+mj-cs"/>
        </a:defRPr>
      </a:lvl1pPr>
      <a:lvl2pPr marL="742950" indent="-28575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2pPr>
      <a:lvl3pPr marL="1143000" indent="-22860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3pPr>
      <a:lvl4pPr marL="1600200" indent="-22860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4pPr>
      <a:lvl5pPr marL="2057400" indent="-22860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5pPr>
      <a:lvl6pPr marL="2514600" indent="-22860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6pPr>
      <a:lvl7pPr marL="2971800" indent="-22860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7pPr>
      <a:lvl8pPr marL="3429000" indent="-22860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8pPr>
      <a:lvl9pPr marL="3886200" indent="-228600" algn="l" defTabSz="457200" rtl="0" fontAlgn="base" hangingPunct="0">
        <a:lnSpc>
          <a:spcPct val="94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Arial" panose="020B0604020202020204" pitchFamily="34" charset="0"/>
          <a:cs typeface="WenQuanYi Zen Hei" charset="0"/>
        </a:defRPr>
      </a:lvl9pPr>
    </p:titleStyle>
    <p:bodyStyle>
      <a:lvl1pPr marL="342900" indent="-342900" algn="l" defTabSz="457200" rtl="0" fontAlgn="base" hangingPunct="0">
        <a:lnSpc>
          <a:spcPct val="94000"/>
        </a:lnSpc>
        <a:spcBef>
          <a:spcPct val="0"/>
        </a:spcBef>
        <a:spcAft>
          <a:spcPts val="1425"/>
        </a:spcAft>
        <a:buClr>
          <a:srgbClr val="000000"/>
        </a:buClr>
        <a:buSzPct val="100000"/>
        <a:buFont typeface="Times New Roman" panose="02020603050405020304" pitchFamily="18" charset="0"/>
        <a:defRPr sz="2600" kern="1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4000"/>
        </a:lnSpc>
        <a:spcBef>
          <a:spcPct val="0"/>
        </a:spcBef>
        <a:spcAft>
          <a:spcPts val="1138"/>
        </a:spcAft>
        <a:buClr>
          <a:srgbClr val="000000"/>
        </a:buClr>
        <a:buSzPct val="100000"/>
        <a:buFont typeface="Times New Roman" panose="02020603050405020304" pitchFamily="18" charset="0"/>
        <a:defRPr sz="26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4000"/>
        </a:lnSpc>
        <a:spcBef>
          <a:spcPct val="0"/>
        </a:spcBef>
        <a:spcAft>
          <a:spcPts val="850"/>
        </a:spcAft>
        <a:buClr>
          <a:srgbClr val="000000"/>
        </a:buClr>
        <a:buSzPct val="100000"/>
        <a:buFont typeface="Times New Roman" panose="02020603050405020304" pitchFamily="18" charset="0"/>
        <a:defRPr sz="26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4000"/>
        </a:lnSpc>
        <a:spcBef>
          <a:spcPct val="0"/>
        </a:spcBef>
        <a:spcAft>
          <a:spcPts val="575"/>
        </a:spcAft>
        <a:buClr>
          <a:srgbClr val="000000"/>
        </a:buClr>
        <a:buSzPct val="100000"/>
        <a:buFont typeface="Times New Roman" panose="02020603050405020304" pitchFamily="18" charset="0"/>
        <a:defRPr sz="26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4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panose="02020603050405020304" pitchFamily="18" charset="0"/>
        <a:defRPr sz="26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Rectangle 1">
            <a:extLst>
              <a:ext uri="{FF2B5EF4-FFF2-40B4-BE49-F238E27FC236}">
                <a16:creationId xmlns:a16="http://schemas.microsoft.com/office/drawing/2014/main" id="{3B6A5128-7FAE-B7F0-4C77-78C64D8325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3238" y="576263"/>
            <a:ext cx="7199312" cy="720725"/>
          </a:xfrm>
          <a:ln/>
        </p:spPr>
        <p:txBody>
          <a:bodyPr tIns="27215"/>
          <a:lstStyle/>
          <a:p>
            <a: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</a:tabLst>
            </a:pPr>
            <a:r>
              <a:rPr dirty="0"/>
              <a:t>非常出色</a:t>
            </a:r>
          </a:p>
        </p:txBody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EA9B7D69-B36D-8657-4027-D6696E80DD05}"/>
              </a:ext>
            </a:extLst>
          </p:cNvPr>
          <p:cNvSpPr>
            <a:spLocks noGrp="1" noChangeArrowheads="1"/>
          </p:cNvSpPr>
          <p:nvPr>
            <p:ph type="subTitle" idx="4294967295"/>
          </p:nvPr>
        </p:nvSpPr>
        <p:spPr bwMode="auto">
          <a:xfrm>
            <a:off x="503238" y="1800225"/>
            <a:ext cx="9072562" cy="43846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1340" rIns="0" bIns="0" anchor="ctr"/>
          <a:lstStyle/>
          <a:p>
            <a:pPr algn="just"/>
            <a:r>
              <a:rPr sz="1600" dirty="0"/>
              <a:t> 客户非常重要，他们将永远被优先考虑。现在我深恶痛绝。这不是关于数量，而是关于巧克力的乐趣，以及我的员工做作业的乐趣。这就像一种不同的沙拉。根本没有航空公司，甚至连一丝痕迹都没有。人生的痛苦有时会被谈及。我们与社区成员共同生活；我们的人生旅程是相同的。然而，Maecenas 不需要医疗护理。</a:t>
            </a:r>
            <a:r>
              <a:rPr sz="1600" dirty="0" err="1"/>
              <a:t>Mauris</a:t>
            </a:r>
            <a:r>
              <a:rPr sz="1600" dirty="0"/>
              <a:t> 坚定、专注于行动，不易动摇。但对 </a:t>
            </a:r>
            <a:r>
              <a:rPr dirty="0"/>
              <a:t>%&lt;[^&gt;]</a:t>
            </a:r>
            <a:r>
              <a:rPr sz="1600" dirty="0"/>
              <a:t> 的承诺和持续努力要始终保持谨慎；哀悼者不会奉承表演者。在提供财务自由之前完成任务。通往山谷没有平坦的道路，现在人生旅程清晰可见。你不需要迅速行动。Morbi 是一个 </a:t>
            </a:r>
            <a:r>
              <a:rPr/>
              <a:t>relentless@test.com </a:t>
            </a:r>
            <a:r>
              <a:rPr sz="1600" dirty="0"/>
              <a:t>的评论家，是挑战的作者。疾病影响身体。目前没有目标。</a:t>
            </a:r>
          </a:p>
          <a:p>
            <a:pPr algn="just"/>
            <a:r>
              <a:rPr sz="1600" dirty="0"/>
              <a:t> Maecenas 坚定不移，轻松应对挑战，却又奉承这片土地。Maecenas 尚不知道该投资哪片土地。没有什么事是容易的。Aenean 的作业说明了一切。它来自 Mauri。现在，专注并不能让生活变得轻松，过去的挣扎也不能决定未来。无论是来自网络还是员工，病态的玩笑总是萦绕耳边。Maecenas 精心的规划证明是高效的，持续的推进 </a:t>
            </a:r>
            <a:r>
              <a:rPr dirty="0"/>
              <a:t>%&lt;[^&gt;]</a:t>
            </a:r>
            <a:r>
              <a:rPr sz="1600" dirty="0"/>
              <a:t> 不留退路。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4B013A34-B29B-7A88-B33D-F83DFA71EB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3238" y="576263"/>
            <a:ext cx="7199312" cy="720725"/>
          </a:xfrm>
          <a:ln/>
        </p:spPr>
        <p:txBody>
          <a:bodyPr tIns="27215"/>
          <a:lstStyle/>
          <a:p>
            <a: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</a:tabLst>
            </a:pPr>
            <a:r>
              <a:rPr/>
              <a:t>图表</a:t>
            </a:r>
          </a:p>
        </p:txBody>
      </p:sp>
      <p:graphicFrame>
        <p:nvGraphicFramePr>
          <p:cNvPr id="5122" name="Object 2">
            <a:extLst>
              <a:ext uri="{FF2B5EF4-FFF2-40B4-BE49-F238E27FC236}">
                <a16:creationId xmlns:a16="http://schemas.microsoft.com/office/drawing/2014/main" id="{39C1739E-738F-040F-7FB1-11B9C22A12F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93863" y="2487613"/>
          <a:ext cx="6865937" cy="3598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6866280" imgH="3598920" progId="">
                  <p:embed/>
                </p:oleObj>
              </mc:Choice>
              <mc:Fallback>
                <p:oleObj r:id="rId3" imgW="6866280" imgH="3598920" progId="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3863" y="2487613"/>
                        <a:ext cx="6865937" cy="3598862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1">
            <a:extLst>
              <a:ext uri="{FF2B5EF4-FFF2-40B4-BE49-F238E27FC236}">
                <a16:creationId xmlns:a16="http://schemas.microsoft.com/office/drawing/2014/main" id="{4E0DAD93-68B5-A2C8-EEBA-60BCC2B1E5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3238" y="576263"/>
            <a:ext cx="7199312" cy="720725"/>
          </a:xfrm>
          <a:ln/>
        </p:spPr>
        <p:txBody>
          <a:bodyPr tIns="27215"/>
          <a:lstStyle/>
          <a:p>
            <a: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</a:tabLst>
            </a:pPr>
            <a:r>
              <a:rPr/>
              <a:t>表格</a:t>
            </a:r>
          </a:p>
        </p:txBody>
      </p:sp>
      <p:graphicFrame>
        <p:nvGraphicFramePr>
          <p:cNvPr id="6146" name="Group 2">
            <a:extLst>
              <a:ext uri="{FF2B5EF4-FFF2-40B4-BE49-F238E27FC236}">
                <a16:creationId xmlns:a16="http://schemas.microsoft.com/office/drawing/2014/main" id="{05547320-2293-BB5D-49D6-1AB2995A77C1}"/>
              </a:ext>
            </a:extLst>
          </p:cNvPr>
          <p:cNvGraphicFramePr>
            <a:graphicFrameLocks noGrp="1"/>
          </p:cNvGraphicFramePr>
          <p:nvPr/>
        </p:nvGraphicFramePr>
        <p:xfrm>
          <a:off x="503238" y="1800225"/>
          <a:ext cx="9074150" cy="3990979"/>
        </p:xfrm>
        <a:graphic>
          <a:graphicData uri="http://schemas.openxmlformats.org/drawingml/2006/table">
            <a:tbl>
              <a:tblPr/>
              <a:tblGrid>
                <a:gridCol w="1814512">
                  <a:extLst>
                    <a:ext uri="{9D8B030D-6E8A-4147-A177-3AD203B41FA5}">
                      <a16:colId xmlns:a16="http://schemas.microsoft.com/office/drawing/2014/main" val="368356790"/>
                    </a:ext>
                  </a:extLst>
                </a:gridCol>
                <a:gridCol w="1814513">
                  <a:extLst>
                    <a:ext uri="{9D8B030D-6E8A-4147-A177-3AD203B41FA5}">
                      <a16:colId xmlns:a16="http://schemas.microsoft.com/office/drawing/2014/main" val="1153093874"/>
                    </a:ext>
                  </a:extLst>
                </a:gridCol>
                <a:gridCol w="1816100">
                  <a:extLst>
                    <a:ext uri="{9D8B030D-6E8A-4147-A177-3AD203B41FA5}">
                      <a16:colId xmlns:a16="http://schemas.microsoft.com/office/drawing/2014/main" val="4269159533"/>
                    </a:ext>
                  </a:extLst>
                </a:gridCol>
                <a:gridCol w="1814512">
                  <a:extLst>
                    <a:ext uri="{9D8B030D-6E8A-4147-A177-3AD203B41FA5}">
                      <a16:colId xmlns:a16="http://schemas.microsoft.com/office/drawing/2014/main" val="2626729676"/>
                    </a:ext>
                  </a:extLst>
                </a:gridCol>
                <a:gridCol w="1814513">
                  <a:extLst>
                    <a:ext uri="{9D8B030D-6E8A-4147-A177-3AD203B41FA5}">
                      <a16:colId xmlns:a16="http://schemas.microsoft.com/office/drawing/2014/main" val="4084490344"/>
                    </a:ext>
                  </a:extLst>
                </a:gridCol>
              </a:tblGrid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r>
                        <a:rPr kumimoji="0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Droid Sans Fallback" charset="0"/>
                        </a:rPr>
                        <a:t>第一列</a:t>
                      </a: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r>
                        <a:rPr kumimoji="0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DejaVu Sans" charset="0"/>
                        </a:rPr>
                        <a:t>第二列</a:t>
                      </a: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r>
                        <a:rPr kumimoji="0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DejaVu Sans" charset="0"/>
                        </a:rPr>
                        <a:t>第三列</a:t>
                      </a: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r>
                        <a:rPr kumimoji="0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DejaVu Sans" charset="0"/>
                        </a:rPr>
                        <a:t>第四列</a:t>
                      </a: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r>
                        <a:rPr kumimoji="0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DejaVu Sans" charset="0"/>
                        </a:rPr>
                        <a:t>第五列</a:t>
                      </a:r>
                    </a:p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DejaVu Sans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513524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672856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385237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377463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131819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15914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180334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641833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946098"/>
                  </a:ext>
                </a:extLst>
              </a:tr>
              <a:tr h="339725"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>
                      <a:lvl1pPr>
                        <a:spcAft>
                          <a:spcPts val="142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1pPr>
                      <a:lvl2pPr>
                        <a:spcAft>
                          <a:spcPts val="113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2pPr>
                      <a:lvl3pPr>
                        <a:spcAft>
                          <a:spcPts val="850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3pPr>
                      <a:lvl4pPr>
                        <a:spcAft>
                          <a:spcPts val="575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4pPr>
                      <a:lvl5pPr>
                        <a:spcAft>
                          <a:spcPts val="288"/>
                        </a:spcAft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ts val="288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  <a:defRPr sz="22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WenQuanYi Zen Hei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</a:tabLst>
                      </a:pPr>
                      <a:endParaRPr kumimoji="0" lang="en-US" altLang="en-US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Droid Sans Fallback" charset="0"/>
                      </a:endParaRPr>
                    </a:p>
                  </a:txBody>
                  <a:tcPr marL="90000" marR="90000" marT="60407" marB="46800" horzOverflow="overflow">
                    <a:lnL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814269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1">
            <a:extLst>
              <a:ext uri="{FF2B5EF4-FFF2-40B4-BE49-F238E27FC236}">
                <a16:creationId xmlns:a16="http://schemas.microsoft.com/office/drawing/2014/main" id="{DAFF79F9-93AE-D015-E451-F95A8A1CF2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3238" y="576263"/>
            <a:ext cx="7199312" cy="720725"/>
          </a:xfrm>
          <a:ln/>
        </p:spPr>
        <p:txBody>
          <a:bodyPr tIns="27215"/>
          <a:lstStyle/>
          <a:p>
            <a: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</a:tabLst>
            </a:pPr>
            <a:r>
              <a:rPr/>
              <a:t>照片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C0EC483-AD29-3882-53D6-E7E1DE10F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125" y="1920875"/>
            <a:ext cx="7123113" cy="420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Droid Sans Fallback"/>
      </a:majorFont>
      <a:minorFont>
        <a:latin typeface="Arial"/>
        <a:ea typeface=""/>
        <a:cs typeface="Droid Sans Fallback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4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en-US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Droid Sans Fallback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4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en-US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Droid Sans Fallback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WenQuanYi Zen Hei"/>
      </a:majorFont>
      <a:minorFont>
        <a:latin typeface="Arial"/>
        <a:ea typeface=""/>
        <a:cs typeface="WenQuanYi Zen 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4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en-US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Droid Sans Fallback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4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en-US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Droid Sans Fallback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312</Words>
  <Application>Microsoft Office PowerPoint</Application>
  <PresentationFormat>Custom</PresentationFormat>
  <Paragraphs>19</Paragraphs>
  <Slides>4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Times New Roman</vt:lpstr>
      <vt:lpstr>Office Theme</vt:lpstr>
      <vt:lpstr>Office Theme</vt:lpstr>
      <vt:lpstr>Very Well Done</vt:lpstr>
      <vt:lpstr>Chart</vt:lpstr>
      <vt:lpstr>Table</vt:lpstr>
      <vt:lpstr>Photo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Lorem ipsum</dc:title>
  <dc:subject/>
  <dc:creator>Hafiz Arham</dc:creator>
  <cp:keywords/>
  <dc:description/>
  <cp:lastModifiedBy>Arham Ali</cp:lastModifiedBy>
  <cp:revision>7</cp:revision>
  <cp:lastPrinted>1601-01-01T00:00:00Z</cp:lastPrinted>
  <dcterms:created xsi:type="dcterms:W3CDTF">2017-08-10T19:58:16Z</dcterms:created>
  <dcterms:modified xsi:type="dcterms:W3CDTF">2025-07-14T11:48:34Z</dcterms:modified>
</cp:coreProperties>
</file>