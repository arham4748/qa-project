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如何应对霸凌者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应对霸凌者需要采取多方面的方法，这些方法建立在心理韧性、坚定自信和策略性对抗的基础上。</a:t>
            </a:r>
          </a:p>
          <a:p>
            <a:r>
              <a:rPr/>
              <a:t>霸凌者通常通过引起受害者的恐惧、不安或愤怒来获得权力感...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生命伦理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/>
              <a:t>生命伦理超越了基本的道德二分法，涵盖了一系列关乎生存的必要准则。</a:t>
            </a:r>
          </a:p>
          <a:p>
            <a:r>
              <a:rPr/>
              <a:t>伦理生活要求一个人的行为与普适原则保持自觉一致...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