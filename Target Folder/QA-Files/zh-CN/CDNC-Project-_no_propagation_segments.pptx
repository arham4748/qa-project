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来源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语言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[英语 (enUS)]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在灵魂的宁静深处，一场战争正在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酝酿——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一场在思想和情感的景观中进行的无声战斗，士兵、记忆和恐惧聚集在边缘，为内部冲突做准备。· 然而，过去的阴影投下漫长而令人不安的阴影，失败战役的伤疤以令人不安的记忆形式出现，每一个都是尚未愈合的伤口的幽灵般提醒。在炽热的自我反省中，野心和拖延症的将军们制定战略，决心盔甲中的野心与难以捉摸的拖延策略发生冲突，让心灵的战场处于一种永远不确定的状态 • 随着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勇气步兵冲锋恐惧的障碍，战场上的空气弥漫着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犹豫的硝烟。自我怀疑的低语在心灵的战壕中回荡，但坚韧的号角刺破了阴霾。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· 一队创意中队在高空翱翔，向停滞的荒地投下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灵感炸弹。想象力迸发而出，用充满活力的可能性色彩描绘天空。• 然而，过去的阴影挥之不去，投下长久而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难以忘怀的存在。失败战役的伤疤显现为难以忘怀的记忆，每一个都是尚未愈合的伤口的幽灵般提醒。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心灵在爱与悔恨的意识形态之间挣扎，发现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自己置身于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一场情感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冲突的舞蹈中，爱的温柔爱抚与悔恨的无情掌控相互碰撞，将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心灵变成了一个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情感的战场。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在混乱之中，理智与情感在意识的作战室中进行谈判，它们的辩论在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理性的大厅中回响，努力在内部不和的喧嚣中寻求停火。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随着内战的持续，疲惫的灵魂在反思的堡垒中寻求庇护，独自在寂静的余波中，灵魂沉思着战争的代价以及刻入生命纹理的伤疤。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随之而来的寂静中，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心灵变成了一个被改造的战场——一个被内部斗争的回声所伤痕累累的景象，证明了人类的韧性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人类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精神在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驾驭心灵的复杂性。• 在灵魂的宁静深处，一场战争正在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一场在思想和情感的景观中进行的无声战斗，士兵、记忆和恐惧聚集在边缘，为内部冲突做准备。· 然而，过去的阴影投下漫长而令人不安的阴影，失败战役的伤疤以令人不安的记忆形式出现，每一个都是尚未愈合的伤口的幽灵般提醒。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在炽热的自我反省中，野心和拖延症的将军们制定战略，决心盔甲中的野心与难以捉摸的拖延策略发生冲突，让心灵的战场处于一种永远不确定的状态 • 随着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心，在爱与遗憾的意识形态之间撕裂，发现自己处于一场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冲突之中，爱的温柔抚慰与遗憾的无情掌控相互碰撞，将心变成了一个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理性的大厅中回响，努力在内部不和的喧嚣中寻求停火。• 随着内战的持续，疲惫的灵魂在反思的堡垒中寻求庇护，独自在寂静的余波中，灵魂沉思着战争的代价以及刻入生命纹理的伤疤。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驾驭心灵的复杂性。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在灵魂的深处，一场战争正在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一场在思想和情感的景观中进行的无声战斗，士兵、记忆和恐惧聚集在边缘，为内部冲突做准备。· 然而，过去的阴影投下漫长而令人不安的阴影，失败战役的伤疤以令人不安的记忆形式出现，每一个都是尚未愈合的伤口的幽灵般提醒。在炽热的自我反省中，野心和拖延症的将军们制定战略，决心盔甲中的野心与难以捉摸的拖延策略发生冲突，让心灵的战场处于一种永远不确定的状态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作为步兵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随着内战的持续，疲惫的灵魂在反思的堡垒中寻求庇护，独自在寂静的余波中，灵魂沉思着战争的代价以及刻入生命纹理的伤疤。• 在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在炽热的自我反省中，野心和拖延症的将军们制定战略，决心盔甲中的野心与难以捉摸的拖延策略发生冲突，让心灵的战场处于一种永远不确定的状态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作为步兵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犹豫的硝烟。自我怀疑的低语在心灵的战壕中回荡，但坚韧的号角刺破了阴霾。· 一队创意中队在高空翱翔，向停滞的荒地投下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理性的大厅中回响，努力在内部不和的喧嚣中寻求停火。• 随着内战的持续，疲惫的灵魂在反思的堡垒中寻求庇护，独自在寂静的余波中，灵魂沉思着战争的代价以及刻入生命纹理的伤疤。• 在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一场在思想和情感的景观中进行的无声战斗，士兵、记忆和恐惧聚集在边缘，为内部冲突做准备。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· 然而，过去的阴影投下漫长而令人不安的阴影，失败战役的伤疤以令人不安的记忆形式出现，每一个都是尚未愈合的伤口的幽灵般提醒。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灵感炸弹。想象力迸发而出，用充满活力的可能性色彩描绘天空。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然而，过去的阴影挥之不去，投下长长的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· 然而，过去的阴影投下漫长而令人不安的阴影，失败战役的伤疤以令人不安的记忆形式出现，每一个都是尚未愈合的伤口的幽灵般提醒。在炽热的自我反省中，野心和拖延症的将军们制定战略，决心盔甲中的野心与难以捉摸的拖延策略发生冲突，让心灵的战场处于一种永远不确定的状态 • 随着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理性的大厅中回响，努力在内部不和的喧嚣中寻求停火。• 随着内战的持续，疲惫的灵魂在反思的堡垒中寻求庇护，独自在寂静的余波中，灵魂沉思着战争的代价以及刻入生命纹理的伤疤。• 在灵魂的宁静深处，一场战争正在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· 然而，过去的阴影投下漫长而令人不安的阴影，失败战役的伤疤以令人不安的记忆形式出现，每一个都是尚未愈合的伤口的幽灵般提醒。在炽热的自我反省中，野心和拖延症的将军们制定战略，决心盔甲中的野心与难以捉摸的拖延策略发生冲突，让心灵的战场处于一种永远不确定的状态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灵感注入停滞的荒芜之地，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幻灯片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想象力迸发，用鲜活的色彩描绘出无限可能的天空。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